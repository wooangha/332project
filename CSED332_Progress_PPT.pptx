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9" r:id="rId6"/>
    <p:sldId id="268" r:id="rId7"/>
    <p:sldId id="270" r:id="rId8"/>
    <p:sldId id="261" r:id="rId9"/>
    <p:sldId id="262" r:id="rId10"/>
    <p:sldId id="264" r:id="rId11"/>
    <p:sldId id="265" r:id="rId12"/>
    <p:sldId id="25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17" d="100"/>
          <a:sy n="117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0F36C-AC66-4A49-9477-888FB0BFE559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E678C-9D88-48F4-8951-BEB9CF1745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684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8C8B4-433A-D995-1FB2-F03600295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7CBCAB-4196-32C6-E8CF-B2D5F39FA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342DC0-BFE8-DD9B-4D9E-B53807BC6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2B23BB-1B60-8660-9E02-AE05D9FA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0BF2DC-3092-3F26-D5D5-1B4D3EE3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282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2CB94-CDF8-498A-A86D-6806CD09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39A40D-FB66-3762-BDFE-560C7C6BB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C7D3EF-826A-6FE4-9841-D2E2C527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7C2ED-DD73-D227-8C74-298F0426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8390B-5E41-237C-DE30-05198438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2640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8553A-4C75-50D1-E052-C77E8527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5D8273-3FDC-9DE1-2BA5-20BB3D493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54A71-CB35-D8B1-9C7F-9ECD3E2E6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A90F3-F145-0E5D-8FFB-8478962A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89E7B6-2D08-C411-DA97-EA9F0053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387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1732F-94F4-E13C-8306-D32D373F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F8A066-4B36-350E-0C4C-D0EC566C7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A54761-15B6-5CC5-924B-30B430BB5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FC4994-6A30-8122-EA3D-F26E5E63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0F5C6-356C-F17A-1920-E5146BEA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9BE7A7-46BE-7995-7FE3-25E74BBB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244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893F6-9D02-0223-8B35-FFC594D1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913157-4512-A4FD-AB2D-B414E650F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63E40D-F5A6-CBBA-F1F0-D9B936BAD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219B-EDBB-E3BC-7D24-5FAE0277C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3DFB18-BAF0-66DF-9456-AB7516A1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D8FD51-D798-3EE5-2256-5CF416E94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AF69DA-0A45-5146-A028-BBDB5DDD0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A0CDB5-990A-5491-1521-29882B43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993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6D8EA-12F2-C3CC-CCC2-233826FF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A97686-14F7-619A-4A77-80C82C0A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A9745F-65C1-BBD8-66B5-0DEC6D2D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010C15-3C39-D16A-7AAA-ACD9C42B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164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648780-212F-DE8F-B12B-F69230A5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A93922-0B8E-A306-8329-5327FF79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67858-89A8-4821-F323-F08B8138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601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150FC-4567-0D93-162C-3522C1066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4AF2CB-EDCE-A785-E39E-0024564B1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129156-4A73-9EBE-C417-3F4D579F6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D9C530-4376-7370-CCD1-D7529236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FCBA24-9314-4730-C806-40A3B097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41F954-D2CB-2B2F-EB44-E51ADBCB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941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76234-A85C-7BB2-10AF-F43071073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394B83-685E-A9A1-BBA5-A6B6FF103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32A722-46B2-7DBC-5950-003F72723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C29E4B-18B6-5ED7-A491-B669004B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A73FAA-7204-10BF-0A54-2BB91305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12B615-8004-568A-7F07-75EA52CD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999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92E4F-8E3D-E354-5716-78BF4BD9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077B52-D620-90F0-C671-32ACD17AD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C7C748-34BF-A7BA-ACCD-EDF3C4D2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8F0562-AEE9-E5EC-4825-7FC8700D0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D3E288-69FF-A4E5-ED58-E9922F2E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325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04C999-5588-491A-AFE2-933D21DEC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2B87E8-1980-909D-DC59-F19F5287C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1B5770-E47B-5320-9341-AD0A0E68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BDBB06-5C49-1B34-027C-73D029F7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CD0ABB-7A05-E531-7F30-BF09CFA8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890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948EB8-039B-CA50-3FCB-05F72CAF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B33058-C1BB-2776-1765-CDC4F0611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B7D4F-793E-0099-F61A-D527469EC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4611B-D6A2-CD47-B34A-8DB220161E83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01280-8234-1AEF-DF13-93A5E1331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D39D5A-DE67-8718-56BD-196C70E17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84340-7BEC-9E46-BBC3-C5C31B2026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877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svg"/><Relationship Id="rId7" Type="http://schemas.openxmlformats.org/officeDocument/2006/relationships/image" Target="../media/image20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18.png"/><Relationship Id="rId9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C64B2-371E-1C5F-4962-7DDE0F0EEA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/>
              <a:t>Progress Presentation</a:t>
            </a:r>
            <a:endParaRPr kumimoji="1"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D81532-87E7-21B7-09D9-6A739BCC9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456" y="4909457"/>
            <a:ext cx="3635829" cy="127362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ko-KR" altLang="en-US">
                <a:ea typeface="맑은 고딕"/>
              </a:rPr>
              <a:t>20240171 </a:t>
            </a:r>
            <a:r>
              <a:rPr lang="ko-KR" altLang="en-US" err="1">
                <a:ea typeface="맑은 고딕"/>
              </a:rPr>
              <a:t>장홍준</a:t>
            </a:r>
            <a:endParaRPr lang="en-US" altLang="ko-KR">
              <a:ea typeface="맑은 고딕"/>
            </a:endParaRPr>
          </a:p>
          <a:p>
            <a:r>
              <a:rPr lang="ko-KR" altLang="en-US">
                <a:ea typeface="맑은 고딕"/>
              </a:rPr>
              <a:t>20240576 </a:t>
            </a:r>
            <a:r>
              <a:rPr lang="ko-KR" altLang="en-US" err="1">
                <a:ea typeface="맑은 고딕"/>
              </a:rPr>
              <a:t>송승윤</a:t>
            </a:r>
            <a:endParaRPr lang="en-US" altLang="ko-KR" err="1">
              <a:ea typeface="맑은 고딕"/>
            </a:endParaRPr>
          </a:p>
          <a:p>
            <a:r>
              <a:rPr lang="en-US" altLang="ko-KR">
                <a:ea typeface="맑은 고딕"/>
              </a:rPr>
              <a:t>20240894</a:t>
            </a:r>
            <a:r>
              <a:rPr lang="ko-KR" altLang="en-US">
                <a:ea typeface="맑은 고딕"/>
              </a:rPr>
              <a:t> 조현준</a:t>
            </a:r>
            <a:endParaRPr lang="en-US" altLang="ko-KR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78673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2593-AFF1-6BF0-BCC7-9685CBC7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>
                <a:solidFill>
                  <a:srgbClr val="000000"/>
                </a:solidFill>
                <a:effectLst/>
                <a:latin typeface=".SF NS"/>
              </a:rPr>
              <a:t>Week #1 : Build Setting &amp; Convention Rule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3EFE61-0098-82EA-5183-C6DF2BA90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>
                <a:ea typeface="맑은 고딕"/>
              </a:rPr>
              <a:t>Generate Scala project</a:t>
            </a:r>
          </a:p>
          <a:p>
            <a:pPr marL="0" indent="0">
              <a:buNone/>
            </a:pPr>
            <a:r>
              <a:rPr lang="en-US" altLang="ko-KR">
                <a:ea typeface="맑은 고딕"/>
              </a:rPr>
              <a:t>   -</a:t>
            </a:r>
            <a:r>
              <a:rPr lang="ko-KR" altLang="en-US" err="1">
                <a:ea typeface="맑은 고딕"/>
              </a:rPr>
              <a:t>Scala</a:t>
            </a:r>
            <a:r>
              <a:rPr lang="ko-KR" altLang="en-US">
                <a:ea typeface="맑은 고딕"/>
              </a:rPr>
              <a:t> </a:t>
            </a:r>
            <a:r>
              <a:rPr lang="ko-KR" altLang="ko-KR">
                <a:ea typeface="+mn-lt"/>
                <a:cs typeface="+mn-lt"/>
              </a:rPr>
              <a:t>2.13.12</a:t>
            </a:r>
            <a:r>
              <a:rPr lang="ko-KR" altLang="en-US">
                <a:ea typeface="+mn-lt"/>
                <a:cs typeface="+mn-lt"/>
              </a:rPr>
              <a:t> </a:t>
            </a:r>
            <a:endParaRPr lang="ko-KR" altLang="ko-KR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ko-KR">
                <a:ea typeface="맑은 고딕"/>
              </a:rPr>
              <a:t>   -</a:t>
            </a:r>
            <a:r>
              <a:rPr lang="en-US" altLang="ko-KR" err="1">
                <a:ea typeface="맑은 고딕"/>
              </a:rPr>
              <a:t>sbt</a:t>
            </a:r>
            <a:r>
              <a:rPr lang="en-US" altLang="ko-KR">
                <a:ea typeface="맑은 고딕"/>
              </a:rPr>
              <a:t> 1.11.7</a:t>
            </a:r>
          </a:p>
          <a:p>
            <a:pPr marL="0" indent="0">
              <a:buNone/>
            </a:pPr>
            <a:r>
              <a:rPr lang="en-US" altLang="ko-KR">
                <a:ea typeface="맑은 고딕"/>
              </a:rPr>
              <a:t>   -upload </a:t>
            </a:r>
            <a:r>
              <a:rPr lang="en-US" altLang="ko-KR" err="1">
                <a:ea typeface="맑은 고딕"/>
              </a:rPr>
              <a:t>github</a:t>
            </a:r>
            <a:endParaRPr lang="en-US" altLang="ko-KR">
              <a:ea typeface="맑은 고딕"/>
            </a:endParaRPr>
          </a:p>
          <a:p>
            <a:r>
              <a:rPr lang="en-US" altLang="ko-KR">
                <a:ea typeface="맑은 고딕"/>
              </a:rPr>
              <a:t>Generate notion page</a:t>
            </a:r>
          </a:p>
          <a:p>
            <a:r>
              <a:rPr lang="en-US" altLang="ko-KR">
                <a:ea typeface="맑은 고딕"/>
              </a:rPr>
              <a:t>Set convention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3A32E3-DA7A-2660-6022-30161DD18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832" y="1533054"/>
            <a:ext cx="2143343" cy="46439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2805F20-304D-18B3-DD08-E238CA486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780" y="3290103"/>
            <a:ext cx="4449029" cy="11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759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7654-3A47-6D0F-A501-F0AF6CEE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>
                <a:solidFill>
                  <a:srgbClr val="000000"/>
                </a:solidFill>
                <a:effectLst/>
                <a:latin typeface=".SF NS"/>
              </a:rPr>
              <a:t>Week #2 : Basic Design</a:t>
            </a:r>
          </a:p>
        </p:txBody>
      </p:sp>
      <p:pic>
        <p:nvPicPr>
          <p:cNvPr id="11" name="그림 10" descr="텍스트, 만화 영화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9ED8AE-8BA2-79DA-3290-8A03A5F51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168" y="3782337"/>
            <a:ext cx="3876675" cy="2590800"/>
          </a:xfrm>
          <a:prstGeom prst="rect">
            <a:avLst/>
          </a:prstGeom>
        </p:spPr>
      </p:pic>
      <p:pic>
        <p:nvPicPr>
          <p:cNvPr id="15" name="그림 14" descr="텍스트, 친필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B4B7E1-F2E0-C7D1-7AC0-A22880A6E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781" y="4159903"/>
            <a:ext cx="3876675" cy="2200275"/>
          </a:xfrm>
          <a:prstGeom prst="rect">
            <a:avLst/>
          </a:prstGeom>
        </p:spPr>
      </p:pic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3961AD15-D504-6C2C-070F-979A44C4E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err="1"/>
              <a:t>gRPC</a:t>
            </a:r>
            <a:r>
              <a:rPr lang="en-US" altLang="ko-KR"/>
              <a:t> API</a:t>
            </a:r>
          </a:p>
          <a:p>
            <a:r>
              <a:rPr lang="en-US" altLang="ko-KR"/>
              <a:t>How to shuffle?</a:t>
            </a:r>
            <a:endParaRPr lang="ko-KR" alt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93D5613-6514-2C0D-9450-12FA1E8E72CB}"/>
              </a:ext>
            </a:extLst>
          </p:cNvPr>
          <p:cNvSpPr txBox="1">
            <a:spLocks/>
          </p:cNvSpPr>
          <p:nvPr/>
        </p:nvSpPr>
        <p:spPr>
          <a:xfrm>
            <a:off x="803916" y="3337707"/>
            <a:ext cx="10515600" cy="694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Font typeface="Arial" panose="020B0604020202020204" pitchFamily="34" charset="0"/>
              <a:buNone/>
            </a:pPr>
            <a:r>
              <a:rPr lang="en-US" b="1">
                <a:ea typeface="+mn-lt"/>
                <a:cs typeface="+mn-lt"/>
              </a:rPr>
              <a:t> worker-master-worker model           </a:t>
            </a:r>
            <a:r>
              <a:rPr lang="en-US" sz="1600" b="1">
                <a:ea typeface="+mn-lt"/>
                <a:cs typeface="+mn-lt"/>
              </a:rPr>
              <a:t>vs           </a:t>
            </a:r>
            <a:r>
              <a:rPr lang="en-US" b="1">
                <a:ea typeface="+mn-lt"/>
                <a:cs typeface="+mn-lt"/>
              </a:rPr>
              <a:t> worker-to-worker model</a:t>
            </a:r>
            <a:endParaRPr 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3834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0F193-FD5A-48CD-DFE1-24D72E72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SF NS"/>
                <a:ea typeface="맑은 고딕" panose="020B0503020000020004" pitchFamily="50" charset="-127"/>
                <a:cs typeface="+mj-cs"/>
              </a:rPr>
              <a:t>Week #3 : Detailed Design &amp; Class Design</a:t>
            </a:r>
            <a:endParaRPr kumimoji="1" lang="en-US" altLang="ko-KR" sz="4000"/>
          </a:p>
        </p:txBody>
      </p:sp>
      <p:pic>
        <p:nvPicPr>
          <p:cNvPr id="10" name="그림 9" descr="텍스트, 스크린샷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AAE16E-21A5-44A8-BE1D-4029C3053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349" y="1941372"/>
            <a:ext cx="5729414" cy="396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03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5088-7548-92B4-A5A3-6A568C1F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223EA-E350-9409-40C5-D55C2BA3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SF NS"/>
                <a:ea typeface="맑은 고딕" panose="020B0503020000020004" pitchFamily="50" charset="-127"/>
                <a:cs typeface="+mj-cs"/>
              </a:rPr>
              <a:t>Week #4 : Implement codes &amp; Share Issues</a:t>
            </a:r>
            <a:endParaRPr kumimoji="1" lang="ko-KR" altLang="en-US" sz="320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D4527729-8700-AF89-85E6-6CC34504B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354" y="1883498"/>
            <a:ext cx="6029446" cy="4505727"/>
          </a:xfrm>
        </p:spPr>
        <p:txBody>
          <a:bodyPr>
            <a:normAutofit/>
          </a:bodyPr>
          <a:lstStyle/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 err="1">
                <a:latin typeface="Arial" panose="020B0604020202020204" pitchFamily="34" charset="0"/>
              </a:rPr>
              <a:t>gensort</a:t>
            </a:r>
            <a:r>
              <a:rPr lang="en-US" altLang="ko-KR" sz="1800">
                <a:latin typeface="Arial" panose="020B0604020202020204" pitchFamily="34" charset="0"/>
              </a:rPr>
              <a:t> outputs bytes, so difficult to convert to String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/>
              <a:t>Need to decide byte comparison method for sorting.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80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80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80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/>
              <a:t>Implemented register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/>
              <a:t>Consider </a:t>
            </a:r>
            <a:r>
              <a:rPr lang="en-US" altLang="ko-KR" sz="1800" err="1"/>
              <a:t>Lock.synchronizd</a:t>
            </a:r>
            <a:r>
              <a:rPr lang="en-US" altLang="ko-KR" sz="1800"/>
              <a:t> section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/>
              <a:t>Update </a:t>
            </a:r>
            <a:r>
              <a:rPr lang="en-US" altLang="ko-KR" sz="1800" err="1"/>
              <a:t>TrieMap</a:t>
            </a:r>
            <a:r>
              <a:rPr lang="en-US" altLang="ko-KR" sz="1800"/>
              <a:t> → </a:t>
            </a:r>
            <a:r>
              <a:rPr lang="en-US" altLang="ko-KR" sz="1800" err="1"/>
              <a:t>mutable.Map</a:t>
            </a:r>
            <a:endParaRPr lang="en-US" altLang="ko-KR" sz="180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/>
              <a:t>Discussed test strategies during development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/>
              <a:t>Manage develop branch with PR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/>
              <a:t>Commit main branch without PR 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/>
              <a:t>Notion subscription issue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800"/>
          </a:p>
        </p:txBody>
      </p:sp>
      <p:sp>
        <p:nvSpPr>
          <p:cNvPr id="3" name="내용 개체 틀 14">
            <a:extLst>
              <a:ext uri="{FF2B5EF4-FFF2-40B4-BE49-F238E27FC236}">
                <a16:creationId xmlns:a16="http://schemas.microsoft.com/office/drawing/2014/main" id="{0F6EC531-DEC0-AE3F-055D-FC8EC5785E27}"/>
              </a:ext>
            </a:extLst>
          </p:cNvPr>
          <p:cNvSpPr txBox="1">
            <a:spLocks/>
          </p:cNvSpPr>
          <p:nvPr/>
        </p:nvSpPr>
        <p:spPr>
          <a:xfrm>
            <a:off x="1303117" y="1978024"/>
            <a:ext cx="3511952" cy="4505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/>
              <a:t>Worker</a:t>
            </a:r>
          </a:p>
          <a:p>
            <a:pPr marL="0" indent="0" algn="ctr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/>
          </a:p>
          <a:p>
            <a:pPr marL="0" indent="0" algn="ctr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/>
          </a:p>
          <a:p>
            <a:pPr marL="0" indent="0" algn="ctr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/>
              <a:t>Master Server</a:t>
            </a:r>
          </a:p>
          <a:p>
            <a:pPr marL="0" indent="0" algn="ctr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/>
          </a:p>
          <a:p>
            <a:pPr marL="0" indent="0" algn="ctr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/>
          </a:p>
          <a:p>
            <a:pPr marL="0" indent="0" algn="ctr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/>
          </a:p>
          <a:p>
            <a:pPr marL="0" indent="0" algn="ctr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/>
              <a:t>Common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C7AE7-EA23-329B-8CB9-109EA0C2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0CC64-2C9D-8F4B-E9D3-FAD89C65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SF NS"/>
                <a:ea typeface="맑은 고딕" panose="020B0503020000020004" pitchFamily="50" charset="-127"/>
                <a:cs typeface="+mj-cs"/>
              </a:rPr>
              <a:t>Week #5 : Preparing Presentation</a:t>
            </a:r>
            <a:endParaRPr kumimoji="1" lang="ko-KR" altLang="en-US" sz="32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41D0F-D7E2-0F8B-E109-DD17CE22E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Prepare Presentation</a:t>
            </a:r>
            <a:r>
              <a:rPr lang="ko-KR" altLang="en-US"/>
              <a:t> </a:t>
            </a:r>
            <a:endParaRPr lang="en-US" altLang="ko-KR"/>
          </a:p>
          <a:p>
            <a:r>
              <a:rPr lang="en-US" altLang="ko-KR"/>
              <a:t>Share some concurrent Issues about Master Server</a:t>
            </a:r>
          </a:p>
          <a:p>
            <a:r>
              <a:rPr lang="en-US" altLang="ko-KR"/>
              <a:t>Fix Bugs</a:t>
            </a:r>
          </a:p>
          <a:p>
            <a:pPr marL="0" indent="0">
              <a:buNone/>
            </a:pP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45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81170-B055-2225-000D-9800D0C5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64DE1-F7EA-3E2D-2353-386706C1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SF NS"/>
                <a:ea typeface="맑은 고딕" panose="020B0503020000020004" pitchFamily="50" charset="-127"/>
                <a:cs typeface="+mj-cs"/>
              </a:rPr>
              <a:t>Future tasks</a:t>
            </a:r>
            <a:endParaRPr kumimoji="1" lang="ko-KR" altLang="en-US" sz="32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6BA04-9584-A83D-5FC9-49B2B4DD7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Finish code implementation</a:t>
            </a:r>
          </a:p>
          <a:p>
            <a:r>
              <a:rPr lang="en-US" altLang="ko-KR" dirty="0"/>
              <a:t>Design test situations</a:t>
            </a:r>
          </a:p>
          <a:p>
            <a:endParaRPr lang="en-US" altLang="ko-KR" dirty="0"/>
          </a:p>
          <a:p>
            <a:r>
              <a:rPr lang="en-US" altLang="ko-KR" dirty="0"/>
              <a:t>~Week #6 : code implement done &amp; component test finish</a:t>
            </a:r>
          </a:p>
          <a:p>
            <a:r>
              <a:rPr lang="en-US" altLang="ko-KR" dirty="0"/>
              <a:t>~Week #7 : test on VM w/ concurrent Issues, memory safe...</a:t>
            </a:r>
          </a:p>
          <a:p>
            <a:pPr marL="0" indent="0">
              <a:buNone/>
            </a:pPr>
            <a:endParaRPr lang="en" altLang="ko-KR" dirty="0">
              <a:solidFill>
                <a:srgbClr val="000000"/>
              </a:solidFill>
              <a:effectLst/>
              <a:latin typeface=".SF NS"/>
            </a:endParaRPr>
          </a:p>
          <a:p>
            <a:pPr marL="0" indent="0">
              <a:buNone/>
            </a:pPr>
            <a:r>
              <a:rPr lang="en" altLang="ko-KR" dirty="0">
                <a:solidFill>
                  <a:srgbClr val="000000"/>
                </a:solidFill>
                <a:latin typeface=".SF NS"/>
              </a:rPr>
              <a:t>**</a:t>
            </a:r>
            <a:r>
              <a:rPr lang="en" altLang="ko-KR" dirty="0">
                <a:solidFill>
                  <a:srgbClr val="000000"/>
                </a:solidFill>
                <a:effectLst/>
                <a:latin typeface=".SF NS"/>
              </a:rPr>
              <a:t>We are creating and sharing simulation situations that illustrate the above issues on Notion pages.</a:t>
            </a:r>
          </a:p>
        </p:txBody>
      </p:sp>
    </p:spTree>
    <p:extLst>
      <p:ext uri="{BB962C8B-B14F-4D97-AF65-F5344CB8AC3E}">
        <p14:creationId xmlns:p14="http://schemas.microsoft.com/office/powerpoint/2010/main" val="1021311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81867-075F-34E9-1DA7-3B4D7D7E0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441" y="187313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>
              <a:ea typeface="맑은 고딕" panose="020B0503020000020004" pitchFamily="34" charset="-127"/>
            </a:endParaRPr>
          </a:p>
          <a:p>
            <a:r>
              <a:rPr lang="en-US" altLang="ko-KR"/>
              <a:t>Had meetings 1–2 times a week to discuss design decisions</a:t>
            </a:r>
          </a:p>
          <a:p>
            <a:r>
              <a:rPr lang="en-US" altLang="ko-KR"/>
              <a:t>Shared issues and tracked each other’s progress</a:t>
            </a:r>
          </a:p>
          <a:p>
            <a:endParaRPr lang="en-US" altLang="ko-KR">
              <a:ea typeface="맑은 고딕"/>
            </a:endParaRPr>
          </a:p>
          <a:p>
            <a:r>
              <a:rPr lang="en-US" altLang="ko-KR">
                <a:ea typeface="맑은 고딕"/>
              </a:rPr>
              <a:t>Manage documentation: Notion</a:t>
            </a:r>
          </a:p>
          <a:p>
            <a:r>
              <a:rPr lang="en-US" altLang="ko-KR">
                <a:ea typeface="맑은 고딕"/>
              </a:rPr>
              <a:t>Manage git repo: git flow</a:t>
            </a:r>
            <a:endParaRPr lang="ko-KR" altLang="en-US">
              <a:ea typeface="맑은 고딕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B8B19C-97C7-5C77-3904-4B1B6643B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Logistics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505019-7A21-7494-B8B3-1D60D644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720" y="781522"/>
            <a:ext cx="7265328" cy="529495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D1E148D-0699-ECF7-AB48-BFDD49631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088" y="1591678"/>
            <a:ext cx="6867823" cy="481923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258E3F2-ACC5-AFD8-7CFA-EB90D4739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41" y="547576"/>
            <a:ext cx="8457429" cy="5032375"/>
          </a:xfrm>
          <a:prstGeom prst="rect">
            <a:avLst/>
          </a:prstGeom>
        </p:spPr>
      </p:pic>
      <p:pic>
        <p:nvPicPr>
          <p:cNvPr id="2050" name="Picture 2" descr="git-flow_overall_graph">
            <a:extLst>
              <a:ext uri="{FF2B5EF4-FFF2-40B4-BE49-F238E27FC236}">
                <a16:creationId xmlns:a16="http://schemas.microsoft.com/office/drawing/2014/main" id="{8C5595F4-C544-43A5-884F-209BB66A6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140" y="132078"/>
            <a:ext cx="4975908" cy="659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61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05089-2CEE-E192-5345-4C9D3EF1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Flow Chart - Worker</a:t>
            </a:r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63F9C96-AB2E-0D83-A4F0-E71AD786D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156" y="1611948"/>
            <a:ext cx="20804808" cy="4778692"/>
          </a:xfrm>
        </p:spPr>
      </p:pic>
    </p:spTree>
    <p:extLst>
      <p:ext uri="{BB962C8B-B14F-4D97-AF65-F5344CB8AC3E}">
        <p14:creationId xmlns:p14="http://schemas.microsoft.com/office/powerpoint/2010/main" val="107369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33333E-6 L -0.37748 -3.33333E-6 " pathEditMode="fixed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748 -3.33333E-6 L -0.77331 -3.33333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CC4E0-ACC1-BF7B-AD3E-9F70DCF4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Server Methods</a:t>
            </a:r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4EA1E21-7B80-9432-E444-F2EDC08D0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522139"/>
            <a:ext cx="5716404" cy="2966244"/>
          </a:xfr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31C6813F-F62F-F946-176A-BD56A2441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0174" y="2800190"/>
            <a:ext cx="4003626" cy="241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55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B0C9C-F674-A371-2A22-968322DF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Why use </a:t>
            </a:r>
            <a:r>
              <a:rPr lang="en-US" altLang="ko-KR" err="1"/>
              <a:t>isAlive</a:t>
            </a:r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769565D-7B63-7A42-9E51-D96B228CC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8953" y="1509713"/>
            <a:ext cx="8334094" cy="4983162"/>
          </a:xfrm>
        </p:spPr>
      </p:pic>
      <p:pic>
        <p:nvPicPr>
          <p:cNvPr id="1026" name="Picture 2" descr="Dead Stamp: Over 9,752 Royalty-Free Licensable Stock Illustrations &amp;  Drawings | Shutterstock">
            <a:extLst>
              <a:ext uri="{FF2B5EF4-FFF2-40B4-BE49-F238E27FC236}">
                <a16:creationId xmlns:a16="http://schemas.microsoft.com/office/drawing/2014/main" id="{B1F3AD37-C0D8-F921-5A37-DBFC71AD4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000" y1="55833" x2="31000" y2="55833"/>
                        <a14:foregroundMark x1="57667" y1="49000" x2="57667" y2="49000"/>
                        <a14:foregroundMark x1="72333" y1="43833" x2="72333" y2="43833"/>
                        <a14:foregroundMark x1="50167" y1="85167" x2="50167" y2="85167"/>
                        <a14:foregroundMark x1="50500" y1="83333" x2="50500" y2="83333"/>
                        <a14:backgroundMark x1="49667" y1="85833" x2="49667" y2="85833"/>
                        <a14:backgroundMark x1="51000" y1="86167" x2="51000" y2="8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140" y="4457700"/>
            <a:ext cx="24003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5FF7C822-AB8D-135A-7EF7-35ED270422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8949" y="1509712"/>
            <a:ext cx="8334098" cy="4983164"/>
          </a:xfrm>
          <a:prstGeom prst="rect">
            <a:avLst/>
          </a:prstGeom>
        </p:spPr>
      </p:pic>
      <p:pic>
        <p:nvPicPr>
          <p:cNvPr id="8" name="Picture 2" descr="Dead Stamp: Over 9,752 Royalty-Free Licensable Stock Illustrations &amp;  Drawings | Shutterstock">
            <a:extLst>
              <a:ext uri="{FF2B5EF4-FFF2-40B4-BE49-F238E27FC236}">
                <a16:creationId xmlns:a16="http://schemas.microsoft.com/office/drawing/2014/main" id="{4B4BE970-26CD-51E3-E2B1-74EB9C3CA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000" y1="55833" x2="31000" y2="55833"/>
                        <a14:foregroundMark x1="57667" y1="49000" x2="57667" y2="49000"/>
                        <a14:foregroundMark x1="72333" y1="43833" x2="72333" y2="43833"/>
                        <a14:foregroundMark x1="50167" y1="85167" x2="50167" y2="85167"/>
                        <a14:foregroundMark x1="50500" y1="83333" x2="50500" y2="83333"/>
                        <a14:backgroundMark x1="49667" y1="85833" x2="49667" y2="85833"/>
                        <a14:backgroundMark x1="51000" y1="86167" x2="51000" y2="8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140" y="4457700"/>
            <a:ext cx="24003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4F1F9345-1235-9729-FC92-64B73134FA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60637" y="1509712"/>
            <a:ext cx="8409762" cy="498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3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3A38-DF51-299B-BF10-14F21584A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맑은 고딕"/>
              </a:rPr>
              <a:t>Q&amp;A​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300B1-862D-5998-B8B9-76C02FB39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맑은 고딕"/>
              </a:rPr>
              <a:t>Feel free to ask any questions</a:t>
            </a:r>
          </a:p>
        </p:txBody>
      </p:sp>
    </p:spTree>
    <p:extLst>
      <p:ext uri="{BB962C8B-B14F-4D97-AF65-F5344CB8AC3E}">
        <p14:creationId xmlns:p14="http://schemas.microsoft.com/office/powerpoint/2010/main" val="547026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243</Words>
  <Application>Microsoft Macintosh PowerPoint</Application>
  <PresentationFormat>와이드스크린</PresentationFormat>
  <Paragraphs>63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.SF NS</vt:lpstr>
      <vt:lpstr>맑은 고딕</vt:lpstr>
      <vt:lpstr>Arial</vt:lpstr>
      <vt:lpstr>Office 테마</vt:lpstr>
      <vt:lpstr>Progress Presentation</vt:lpstr>
      <vt:lpstr>Week #1 : Build Setting &amp; Convention Rule</vt:lpstr>
      <vt:lpstr>Week #2 : Basic Design</vt:lpstr>
      <vt:lpstr>Week #3 : Detailed Design &amp; Class Design</vt:lpstr>
      <vt:lpstr>Week #4 : Implement codes &amp; Share Issues</vt:lpstr>
      <vt:lpstr>Week #5 : Preparing Presentation</vt:lpstr>
      <vt:lpstr>Future tasks</vt:lpstr>
      <vt:lpstr>Logistics</vt:lpstr>
      <vt:lpstr>Flow Chart - Worker</vt:lpstr>
      <vt:lpstr>Server Methods</vt:lpstr>
      <vt:lpstr>Why use isAlive</vt:lpstr>
      <vt:lpstr>Q&amp;A​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조현준(무은재학부)</dc:creator>
  <cp:lastModifiedBy>조현준(무은재학부)</cp:lastModifiedBy>
  <cp:revision>1</cp:revision>
  <dcterms:created xsi:type="dcterms:W3CDTF">2025-11-13T11:10:20Z</dcterms:created>
  <dcterms:modified xsi:type="dcterms:W3CDTF">2025-11-17T14:56:01Z</dcterms:modified>
</cp:coreProperties>
</file>